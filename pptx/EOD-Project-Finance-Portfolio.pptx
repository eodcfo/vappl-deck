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657600"/>
                <a:gridCol w="2466746"/>
                <a:gridCol w="2466746"/>
                <a:gridCol w="2466746"/>
              </a:tblGrid>
              <a:tr h="274320">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Counterparty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Agra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Bareilly Dev. Authority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A4A Highway Nest LLP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Term / lock-in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7 + 4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 + 5 yrs · 5 years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15 yrs · none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Funding sought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₹4.17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₹4.00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True capital at risk</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₹2.36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₹4.38 Cr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Stabilised EBITDA margin (yr 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26.0%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20.3%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Project IRR</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55.2%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19.5%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Spread over guaranteed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+43.1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C8553D"/>
                          </a:solidFill>
                          <a:latin typeface="Calibri" pitchFamily="34" charset="0"/>
                          <a:ea typeface="Calibri" pitchFamily="34" charset="-122"/>
                          <a:cs typeface="Calibri" pitchFamily="34" charset="-120"/>
                        </a:rPr>
                        <a:t>-1.1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0B981"/>
                          </a:solidFill>
                          <a:latin typeface="Calibri" pitchFamily="34" charset="0"/>
                          <a:ea typeface="Calibri" pitchFamily="34" charset="-122"/>
                          <a:cs typeface="Calibri" pitchFamily="34" charset="-120"/>
                        </a:rPr>
                        <a:t>+7.0 pp</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Minimum DSCR at the size asked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Assets a lender can charge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ADA owns all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None — expressly barred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Yes — E-O-D owns fit-out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Equity IRR at project level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29.4%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8.2%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Recommended instrument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 at reserve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CGTMSE debt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064125"/>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173853"/>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56733"/>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The same conclusion three times, for the same reason</a:t>
            </a:r>
            <a:endParaRPr lang="en-US" sz="1400" dirty="0"/>
          </a:p>
        </p:txBody>
      </p:sp>
      <p:sp>
        <p:nvSpPr>
          <p:cNvPr id="10" name="Text 7"/>
          <p:cNvSpPr/>
          <p:nvPr/>
        </p:nvSpPr>
        <p:spPr>
          <a:xfrm>
            <a:off x="804672" y="5624246"/>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None of the three clears an equity hurdle at project level, and not because any is a bad project: a single park generating ₹1–2.5 crore of mature EBITDA cannot pay a 22% return and still leave an operator's margin. Equity works on a portfolio and a brand, not one licence at a time. Two of the three out-earn guaranteed debt comfortably — fund them with it and keep the spread.</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if each clears its walk-away price: ₹76.8 L a year at Geeta Govind Vatika, ₹35.5 L at Ramayan Vatika.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21.2%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2026-08-25T02:16:58Z</dcterms:created>
  <dcterms:modified xsi:type="dcterms:W3CDTF">2026-08-25T02:16:58Z</dcterms:modified>
</cp:coreProperties>
</file>