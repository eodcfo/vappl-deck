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₹7.7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run three times. What differs is not the method — it is how much capital each genuinely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657600"/>
                <a:gridCol w="2466746"/>
                <a:gridCol w="2466746"/>
                <a:gridCol w="2466746"/>
              </a:tblGrid>
              <a:tr h="30175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43.3%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+31.2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95748"/>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2054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88356"/>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same conclusion three times, for the same reason</a:t>
            </a:r>
            <a:endParaRPr lang="en-US" sz="1400" dirty="0"/>
          </a:p>
        </p:txBody>
      </p:sp>
      <p:sp>
        <p:nvSpPr>
          <p:cNvPr id="10" name="Text 7"/>
          <p:cNvSpPr/>
          <p:nvPr/>
        </p:nvSpPr>
        <p:spPr>
          <a:xfrm>
            <a:off x="804672" y="5655869"/>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None of the three clears an equity hurdle at project level, and it is not because any is a bad project. A single park generating ₹1–2.5 crore of mature EBITDA cannot pay a 22% return on the capital it needs and leave an operator's margin. Equity works on a portfolio and a brand; it does not work one licence at a time. Two of the three out-earn guaranteed debt comfortably — fund them with it and keep the spread.</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₹80.9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21.4%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2026-08-24T16:56:39Z</dcterms:created>
  <dcterms:modified xsi:type="dcterms:W3CDTF">2026-08-24T16:56:39Z</dcterms:modified>
</cp:coreProperties>
</file>