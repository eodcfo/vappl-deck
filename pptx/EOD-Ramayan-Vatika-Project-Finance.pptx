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₹3.40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₹3.40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₹3.40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₹0.77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₹3.40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₹3.40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₹3.40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2026-08-25T10:33:06Z</dcterms:created>
  <dcterms:modified xsi:type="dcterms:W3CDTF">2026-08-25T10:33:06Z</dcterms:modified>
</cp:coreProperties>
</file>