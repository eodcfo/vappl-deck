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RESERVE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₹30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BDA's floor in a sealed highest-bid process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at BDA's ₹30 L reserve the project already returns less than its own cost of debt, and the fee escalates for the full term — so every rupee of premium in a sealed highest-bid process compounds against it.</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962556"/>
          </a:xfrm>
          <a:prstGeom prst="roundRect">
            <a:avLst>
              <a:gd name="adj" fmla="val 2330"/>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at BDA's ₹30 L reserve the project returns 11.4% against 12.50% guaranteed debt, so it does not cover the money that funds it before a rupee of premium is bid.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base case already returns 11.4% against 12.50% debt at the ₹30 L reserve, and the fee escalates for the full term,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2026-08-25T08:04:54Z</dcterms:created>
  <dcterms:modified xsi:type="dcterms:W3CDTF">2026-08-25T08:04:54Z</dcterms:modified>
</cp:coreProperties>
</file>