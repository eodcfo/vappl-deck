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1.17</c:v>
                </c:pt>
                <c:pt idx="1">
                  <c:v>2.61</c:v>
                </c:pt>
                <c:pt idx="2">
                  <c:v>3.14</c:v>
                </c:pt>
                <c:pt idx="3">
                  <c:v>3.59</c:v>
                </c:pt>
                <c:pt idx="4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5.57</c:v>
                </c:pt>
                <c:pt idx="1">
                  <c:v>7.48</c:v>
                </c:pt>
                <c:pt idx="2">
                  <c:v>13.25</c:v>
                </c:pt>
                <c:pt idx="3">
                  <c:v>16.91</c:v>
                </c:pt>
                <c:pt idx="4">
                  <c:v>20.03</c:v>
                </c:pt>
                <c:pt idx="5">
                  <c:v>21.24</c:v>
                </c:pt>
                <c:pt idx="6">
                  <c:v>22.44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4944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57555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6852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86816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521162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28.7%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₹220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13.7%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2.55×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₹30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400040"/>
            <a:ext cx="11057839" cy="954654"/>
          </a:xfrm>
          <a:prstGeom prst="roundRect">
            <a:avLst>
              <a:gd name="adj" fmla="val 4789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5097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692648"/>
            <a:ext cx="10582351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04672" y="5975350"/>
            <a:ext cx="10582351" cy="30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₹30 Cr for the equivalent equity, on the company's own projections.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21.2% against 13.7%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2026-08-25T02:16:58Z</dcterms:created>
  <dcterms:modified xsi:type="dcterms:W3CDTF">2026-08-25T02:16:58Z</dcterms:modified>
</cp:coreProperties>
</file>