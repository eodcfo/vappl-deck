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1.24</c:v>
                </c:pt>
                <c:pt idx="1">
                  <c:v>2.81</c:v>
                </c:pt>
                <c:pt idx="2">
                  <c:v>3.44</c:v>
                </c:pt>
                <c:pt idx="3">
                  <c:v>3.99</c:v>
                </c:pt>
                <c:pt idx="4">
                  <c:v>4.48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5.58</c:v>
                </c:pt>
                <c:pt idx="1">
                  <c:v>7.54</c:v>
                </c:pt>
                <c:pt idx="2">
                  <c:v>13.37</c:v>
                </c:pt>
                <c:pt idx="3">
                  <c:v>17.08</c:v>
                </c:pt>
                <c:pt idx="4">
                  <c:v>20.24</c:v>
                </c:pt>
                <c:pt idx="5">
                  <c:v>21.46</c:v>
                </c:pt>
                <c:pt idx="6">
                  <c:v>22.67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607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460496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31013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15138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31013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15138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31013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15138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1830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34441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454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637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498048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28.8%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₹223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13.9%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0586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247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0716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4710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70586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8247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0716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54710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70586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8247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0716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2.57×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54710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70586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8247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0716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54710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₹31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168900"/>
            <a:ext cx="11057839" cy="1062299"/>
          </a:xfrm>
          <a:prstGeom prst="roundRect">
            <a:avLst>
              <a:gd name="adj" fmla="val 4304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2786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461508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804967"/>
            <a:ext cx="10582351" cy="35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₹31 Cr for the equivalent equity, on the company's own projections.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21.4% against 13.9%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₹31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21.4%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536192"/>
          </a:xfrm>
          <a:prstGeom prst="roundRect">
            <a:avLst>
              <a:gd name="adj" fmla="val 2976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826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2026-08-24T16:41:32Z</dcterms:created>
  <dcterms:modified xsi:type="dcterms:W3CDTF">2026-08-24T16:41:32Z</dcterms:modified>
</cp:coreProperties>
</file>