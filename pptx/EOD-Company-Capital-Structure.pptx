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2.64</c:v>
                </c:pt>
                <c:pt idx="2">
                  <c:v>3.23</c:v>
                </c:pt>
                <c:pt idx="3">
                  <c:v>4.03</c:v>
                </c:pt>
                <c:pt idx="4">
                  <c:v>4.88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5.53</c:v>
                </c:pt>
                <c:pt idx="1">
                  <c:v>7.42</c:v>
                </c:pt>
                <c:pt idx="2">
                  <c:v>13.22</c:v>
                </c:pt>
                <c:pt idx="3">
                  <c:v>17.11</c:v>
                </c:pt>
                <c:pt idx="4">
                  <c:v>20.54</c:v>
                </c:pt>
                <c:pt idx="5">
                  <c:v>21.77</c:v>
                </c:pt>
                <c:pt idx="6">
                  <c:v>23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29.1%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₹226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14.0%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2.52×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₹31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₹31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 against 14.0%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₹31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2026-08-25T11:37:53Z</dcterms:created>
  <dcterms:modified xsi:type="dcterms:W3CDTF">2026-08-25T11:37:53Z</dcterms:modified>
</cp:coreProperties>
</file>