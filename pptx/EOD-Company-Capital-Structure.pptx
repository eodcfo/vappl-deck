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0.98</c:v>
                </c:pt>
                <c:pt idx="1">
                  <c:v>2.33</c:v>
                </c:pt>
                <c:pt idx="2">
                  <c:v>3.04</c:v>
                </c:pt>
                <c:pt idx="3">
                  <c:v>3.64</c:v>
                </c:pt>
                <c:pt idx="4">
                  <c:v>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5.4</c:v>
                </c:pt>
                <c:pt idx="1">
                  <c:v>7.18</c:v>
                </c:pt>
                <c:pt idx="2">
                  <c:v>13.01</c:v>
                </c:pt>
                <c:pt idx="3">
                  <c:v>16.71</c:v>
                </c:pt>
                <c:pt idx="4">
                  <c:v>19.89</c:v>
                </c:pt>
                <c:pt idx="5">
                  <c:v>21.08</c:v>
                </c:pt>
                <c:pt idx="6">
                  <c:v>22.27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607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460496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1830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34441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454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637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498048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28.4%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₹219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13.8%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2.44×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168900"/>
            <a:ext cx="11057839" cy="1062299"/>
          </a:xfrm>
          <a:prstGeom prst="roundRect">
            <a:avLst>
              <a:gd name="adj" fmla="val 4304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2786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461508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804967"/>
            <a:ext cx="10582351" cy="35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₹30 Cr for the equivalent equity, on the company's own projections.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21.3% against 13.8%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21.3%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536192"/>
          </a:xfrm>
          <a:prstGeom prst="roundRect">
            <a:avLst>
              <a:gd name="adj" fmla="val 2976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826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2026-08-23T14:34:47Z</dcterms:created>
  <dcterms:modified xsi:type="dcterms:W3CDTF">2026-08-23T14:34:47Z</dcterms:modified>
</cp:coreProperties>
</file>