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2.61</c:v>
                </c:pt>
                <c:pt idx="2">
                  <c:v>3.14</c:v>
                </c:pt>
                <c:pt idx="3">
                  <c:v>3.59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5.57</c:v>
                </c:pt>
                <c:pt idx="1">
                  <c:v>7.48</c:v>
                </c:pt>
                <c:pt idx="2">
                  <c:v>13.25</c:v>
                </c:pt>
                <c:pt idx="3">
                  <c:v>16.91</c:v>
                </c:pt>
                <c:pt idx="4">
                  <c:v>20.03</c:v>
                </c:pt>
                <c:pt idx="5">
                  <c:v>21.24</c:v>
                </c:pt>
                <c:pt idx="6">
                  <c:v>22.44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₹220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13.7%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₹30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 against 13.7%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2026-08-25T02:37:56Z</dcterms:created>
  <dcterms:modified xsi:type="dcterms:W3CDTF">2026-08-25T02:37:56Z</dcterms:modified>
</cp:coreProperties>
</file>