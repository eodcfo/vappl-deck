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7241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9498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047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38759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3105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46151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215636"/>
            <a:ext cx="11057839" cy="1132830"/>
          </a:xfrm>
          <a:prstGeom prst="roundRect">
            <a:avLst>
              <a:gd name="adj" fmla="val 4036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32536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508244"/>
            <a:ext cx="10582351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04672" y="5790946"/>
            <a:ext cx="10582351" cy="48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₹4.01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2187621"/>
          </a:xfrm>
          <a:prstGeom prst="roundRect">
            <a:avLst>
              <a:gd name="adj" fmla="val 209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47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2026-08-25T11:37:53Z</dcterms:created>
  <dcterms:modified xsi:type="dcterms:W3CDTF">2026-08-25T11:37:53Z</dcterms:modified>
</cp:coreProperties>
</file>